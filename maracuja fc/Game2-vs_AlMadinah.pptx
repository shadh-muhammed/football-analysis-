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91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REVIEW  ·  ROUND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vs Maracuja FC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0632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indent="0" marL="0">
              <a:buNone/>
            </a:pPr>
            <a:r>
              <a:rPr lang="en-US" sz="4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–  </a:t>
            </a:r>
            <a:pPr indent="0" marL="0">
              <a:buNone/>
            </a:pPr>
            <a:r>
              <a:rPr lang="en-US" sz="5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9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time (away)  ·  UAE 3rd Division, Round 3  ·  20 September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Includes a comparison against the previous match (vs Al Fath FC, 0–1)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Maracuja FC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match unfolded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led at the break, then collapsed late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4188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418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7'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600200" y="1463040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Mamadou Lamine Thiam (Maracuja)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949501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49501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12'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00200" y="1908353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Raymond Akwasi Adams (Al Madinah)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94814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39481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13'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600200" y="2353666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Adama Ngom puts Maracuja 0–1 up, away from home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2840126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84012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45+3'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600200" y="2798978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Adama Ngom (Maracuja)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85439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285439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600200" y="3244291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to Maracuja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3730752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7307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46'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600200" y="3689604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make three changes at the break, introducing Ibrahim Abouzwid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176065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76065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57'–61'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600200" y="4134917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rotate — Thiam and goalscorer Ngom both withdrawn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621378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62137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79'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600200" y="4580230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Yellow card — Ishmael Nargatey (Maracuja)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066690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506669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81'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600200" y="5025542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Ibrahim Abouzwid equalises, 1–1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48640" y="5512003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512003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83'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600200" y="5470855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— Ibrahim Abouzwid again, 2–1 to Al Madinah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48640" y="5957316"/>
            <a:ext cx="868680" cy="310896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595731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FT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600200" y="5916168"/>
            <a:ext cx="10058400" cy="4453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 – 1 Maracuja FC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2–1 Maracuja FC  ·  UAE 3rd Division, Round 3  ·  20 Sep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1 vs Match 2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comparison across the last two fixtures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Half-time score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(Maracuja)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42062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Goal(s) conceded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Decisive moment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B2531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1 — vs Al Fath FC (H)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06040" y="187452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Text 10"/>
          <p:cNvSpPr/>
          <p:nvPr/>
        </p:nvSpPr>
        <p:spPr>
          <a:xfrm>
            <a:off x="2788920" y="187452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0–1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606040" y="265176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" name="Text 12"/>
          <p:cNvSpPr/>
          <p:nvPr/>
        </p:nvSpPr>
        <p:spPr>
          <a:xfrm>
            <a:off x="2788920" y="265176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down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2606040" y="342900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Text 14"/>
          <p:cNvSpPr/>
          <p:nvPr/>
        </p:nvSpPr>
        <p:spPr>
          <a:xfrm>
            <a:off x="2788920" y="342900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red, 2 yellow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2606040" y="420624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Text 16"/>
          <p:cNvSpPr/>
          <p:nvPr/>
        </p:nvSpPr>
        <p:spPr>
          <a:xfrm>
            <a:off x="2788920" y="420624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45+1' (first-half stoppage time)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606040" y="498348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0" name="Text 18"/>
          <p:cNvSpPr/>
          <p:nvPr/>
        </p:nvSpPr>
        <p:spPr>
          <a:xfrm>
            <a:off x="2788920" y="498348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card in the 26th minute set the tone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1463040"/>
            <a:ext cx="4389120" cy="457200"/>
          </a:xfrm>
          <a:prstGeom prst="roundRect">
            <a:avLst>
              <a:gd name="adj" fmla="val 12000"/>
            </a:avLst>
          </a:prstGeom>
          <a:solidFill>
            <a:srgbClr val="1B2531"/>
          </a:solidFill>
          <a:ln/>
        </p:spPr>
      </p:sp>
      <p:sp>
        <p:nvSpPr>
          <p:cNvPr id="22" name="Text 20"/>
          <p:cNvSpPr/>
          <p:nvPr/>
        </p:nvSpPr>
        <p:spPr>
          <a:xfrm>
            <a:off x="740664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2 — vs Al Madinah Wanderers (A)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7269480" y="187452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87452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2–1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269480" y="265176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6" name="Text 24"/>
          <p:cNvSpPr/>
          <p:nvPr/>
        </p:nvSpPr>
        <p:spPr>
          <a:xfrm>
            <a:off x="7452360" y="265176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 UP (leading)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342900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7452360" y="342900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red, 3 yellow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269480" y="420624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0" name="Text 28"/>
          <p:cNvSpPr/>
          <p:nvPr/>
        </p:nvSpPr>
        <p:spPr>
          <a:xfrm>
            <a:off x="7452360" y="420624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81' and 83' (two goals in two minutes)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269480" y="4983480"/>
            <a:ext cx="4389120" cy="704088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2" name="Text 30"/>
          <p:cNvSpPr/>
          <p:nvPr/>
        </p:nvSpPr>
        <p:spPr>
          <a:xfrm>
            <a:off x="7452360" y="4983480"/>
            <a:ext cx="40233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until the 81st minute, then collapsed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2–1 Maracuja FC  ·  UAE 3rd Division, Round 3  ·  20 Sep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since Match 1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was genuinely better this time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5EC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91440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red card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13055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held for the full 90 minutes — the team was never reduced to 10 men, unlike Match 1.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5EC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3017520"/>
            <a:ext cx="91440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1546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Scored first, away from home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54787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Adama Ngom's 13th-minute finish shows the team creating and taking a real chance — something absent in Match 1.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1064240" cy="1234440"/>
          </a:xfrm>
          <a:prstGeom prst="roundRect">
            <a:avLst>
              <a:gd name="adj" fmla="val 5926"/>
            </a:avLst>
          </a:prstGeom>
          <a:solidFill>
            <a:srgbClr val="EAF5EC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434840"/>
            <a:ext cx="91440" cy="123444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Defended a lead for 80+ minutes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49651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Maracuja held out from the 13th minute to the 81st — far longer defensive control than Match 1, where the game was already lost by half-time.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2–1 Maracuja FC  ·  UAE 3rd Division, Round 3  ·  20 Sep 2026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Sloppy moments &amp; negatives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undid a promising position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5F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7315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Sloppy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Conceded twice in a two-minute span (81', 83') — the same defensive issue repeated immediately after the first goal, with no adjustment in between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goals scored by one player, Ibrahim Abouzwid — a clear individual marking failure that was never corrected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554480"/>
            <a:ext cx="5349240" cy="4434840"/>
          </a:xfrm>
          <a:prstGeom prst="roundRect">
            <a:avLst>
              <a:gd name="adj" fmla="val 1649"/>
            </a:avLst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6583680" y="1828800"/>
            <a:ext cx="457200" cy="73152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2011680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5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2606040"/>
            <a:ext cx="4800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winning position (0–1 away) turned into a defeat (2–1) — points given up late rather than earned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decisive goals came from Al Madinah's half-time substitute — the team didn't adapt to a fresh attacking threat after the break</a:t>
            </a:r>
            <a:endParaRPr lang="en-US" sz="125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 is still a concern: 3 yellow cards picked up, continuing a pattern from Match 1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2–1 Maracuja FC  ·  UAE 3rd Division, Round 3  ·  20 Sep 2026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5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508760"/>
            <a:ext cx="10424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7DE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progress on discipline and on creating chances — but the same failure keeps recurring: losing control at pivotal moments. In Match 1 it was first-half stoppage time; here it was the final 10 minutes. Fix the concentration lapses at the start and end of halves, and both of these results likely turn into points.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91840"/>
            <a:ext cx="10972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324612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Recurring pattern: goals conceded right before half-time or right before full-time — train game-management for those windows specifically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31520" y="4069080"/>
            <a:ext cx="10972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402336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leading, assign a clear "see it out" plan for the last 15 minutes instead of relying on the same shape that built the lead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4846320"/>
            <a:ext cx="109728" cy="5029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800600"/>
            <a:ext cx="9875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opposition substitutes — both goals here came from one player introduced at half-time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 Madinah Wanderers 2–1 Maracuja FC  ·  UAE 3rd Division, Round 3  ·  20 Sep 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2026-09-21T19:03:53Z</dcterms:created>
  <dcterms:modified xsi:type="dcterms:W3CDTF">2026-09-21T19:03:53Z</dcterms:modified>
</cp:coreProperties>
</file>