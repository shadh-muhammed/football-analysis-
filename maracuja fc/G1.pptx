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FC vs Al Fath FC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4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–  </a:t>
            </a:r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 ·  UAE 3rd Division, Round 2  ·  12 September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Maracuja FC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match unfolded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incidents, in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63624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5087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— E. Boaheng off, K. Seck 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3055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07568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CARD — Chaouchi Ouattara sent off. Maracuja down to 10 men for the remaining 64+ minutes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642616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— M. Hossein off, D. Medina Lopes on (early reshuffle after the red card)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6440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45+1'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20954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Abdou Keita scores for Al Fath FC. 0–1 at the break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3133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45+6'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377647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card — Nkon Arthur Camara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98264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46'–75'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434340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more substitutions as Maracuja chase an equaliser a man down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96519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90+3'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491032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card — Ishmael Nargatey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868680" cy="34747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5321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5477256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FC 0 – 1 Al Fath FC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FC 0–1 Al Fath FC  ·  UAE 3rd Division, Round 2  ·  12 Sep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wrong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moments defined the result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1907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Discipline cost a man early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Chaouchi Ouattara's red card in the 26th minute forced the team to play more than an hour a player down — before the game plan had even settled.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1927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Conceded in first-half stoppage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Fath's goal came in the 1st added minute of the half — a classic "just-before-the-whistle" lapse in concentration, made harder to defend against with 10 men.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1947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Chasing the game from behind, a man short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substitutions across the match show a team searching for a response, but reorganising attacking threat with 10 men and a goal deficit is a difficult set-up to win from.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FC 0–1 Al Fath FC  ·  UAE 3rd Division, Round 2  ·  12 Sep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to improve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points for training and next matchday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cards in one match (1 red, 2 yellow) is high — review tackling technique and reaction under pressure in training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clear individual standard for high-risk challenges, especially in wide areas and second-ball duels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783080"/>
            <a:ext cx="457200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concentration in the closing minutes of each half — the conceded goal came in first-half added time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Rehearse a "see out the half" shape for the final 2–3 minutes before the break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1783080"/>
            <a:ext cx="4572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 with 10 men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51460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a specific 10-v-11 defensive shape and rest-defence structure for practice matches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who drops into cover and who stays high, so shape doesn't rely on in-game improvisation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FC 0–1 Al Fath FC  ·  UAE 3rd Division, Round 2  ·  12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scoreline (0–1) undersells how much the red card in the 26th minute shaped the game. Once down to 10 men, conceding right on the half-time whistle turned a defensible position into an uphill battle. The result was decided more by discipline and a soft half-time moment than by a lack of quality.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456432"/>
            <a:ext cx="109728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3832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cards — technique and discretion in duels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050792"/>
            <a:ext cx="109728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776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concentration through first-half stoppage 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645152"/>
            <a:ext cx="109728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5720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a dedicated 10-man defensive shape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FC 0–1 Al Fath FC  ·  UAE 3rd Division, Round 2  ·  12 Sep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2026-09-21T18:58:01Z</dcterms:created>
  <dcterms:modified xsi:type="dcterms:W3CDTF">2026-09-21T18:58:01Z</dcterms:modified>
</cp:coreProperties>
</file>